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522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3389879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7523bb6b8b_1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g7523bb6b8b_1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7523bb6b8b_1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2531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c6f9e470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c6f9e470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92730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7523bb6b8b_11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g7523bb6b8b_1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5312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c6f9e470d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c6f9e470d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4654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8bc1134f08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8bc1134f08_0_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8bc1134f08_0_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32029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c5abbd340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c5abbd3403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c5abbd3403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61736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c5abbd340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c5abbd3403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c5abbd3403_0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9412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c5abbd3403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c5abbd3403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c5abbd3403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111984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c5abbd340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gc5abbd3403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gc5abbd3403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17020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c5abbd3403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c5abbd3403_0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gc5abbd3403_0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7881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Internal Cover">
  <p:cSld name="2_Internal Cov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250873" y="628171"/>
            <a:ext cx="8893125" cy="4192598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/>
          <p:nvPr/>
        </p:nvSpPr>
        <p:spPr>
          <a:xfrm>
            <a:off x="0" y="629831"/>
            <a:ext cx="250800" cy="4191000"/>
          </a:xfrm>
          <a:prstGeom prst="rect">
            <a:avLst/>
          </a:prstGeom>
          <a:gradFill>
            <a:gsLst>
              <a:gs pos="0">
                <a:schemeClr val="accent2"/>
              </a:gs>
              <a:gs pos="16000">
                <a:schemeClr val="accent2"/>
              </a:gs>
              <a:gs pos="74000">
                <a:schemeClr val="accent1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3226" y="257384"/>
            <a:ext cx="1323594" cy="146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2205" y="4953997"/>
            <a:ext cx="2634615" cy="683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3"/>
          <p:cNvSpPr/>
          <p:nvPr/>
        </p:nvSpPr>
        <p:spPr>
          <a:xfrm>
            <a:off x="250466" y="626476"/>
            <a:ext cx="8891400" cy="4194300"/>
          </a:xfrm>
          <a:prstGeom prst="rect">
            <a:avLst/>
          </a:prstGeom>
          <a:gradFill>
            <a:gsLst>
              <a:gs pos="0">
                <a:srgbClr val="7A4F9C">
                  <a:alpha val="69803"/>
                </a:srgbClr>
              </a:gs>
              <a:gs pos="51000">
                <a:srgbClr val="27B0B8">
                  <a:alpha val="69803"/>
                </a:srgbClr>
              </a:gs>
              <a:gs pos="100000">
                <a:srgbClr val="BFCB74">
                  <a:alpha val="69803"/>
                </a:srgbClr>
              </a:gs>
            </a:gsLst>
            <a:lin ang="18900044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3"/>
          <p:cNvSpPr txBox="1">
            <a:spLocks noGrp="1"/>
          </p:cNvSpPr>
          <p:nvPr>
            <p:ph type="ctrTitle"/>
          </p:nvPr>
        </p:nvSpPr>
        <p:spPr>
          <a:xfrm>
            <a:off x="504825" y="1444876"/>
            <a:ext cx="54204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Oswald"/>
              <a:buNone/>
              <a:defRPr sz="53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"/>
          </p:nvPr>
        </p:nvSpPr>
        <p:spPr>
          <a:xfrm>
            <a:off x="504824" y="3630938"/>
            <a:ext cx="5420400" cy="4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0" i="1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body" idx="2"/>
          </p:nvPr>
        </p:nvSpPr>
        <p:spPr>
          <a:xfrm>
            <a:off x="504824" y="4446684"/>
            <a:ext cx="37575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04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857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marL="320040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marL="365760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marL="411480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>
            <a:endParaRPr/>
          </a:p>
        </p:txBody>
      </p:sp>
      <p:sp>
        <p:nvSpPr>
          <p:cNvPr id="71" name="Google Shape;71;p13"/>
          <p:cNvSpPr txBox="1"/>
          <p:nvPr/>
        </p:nvSpPr>
        <p:spPr>
          <a:xfrm>
            <a:off x="252413" y="628171"/>
            <a:ext cx="1471500" cy="1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BOOZ ALLEN HAMILTON INTERNAL</a:t>
            </a:r>
            <a:endParaRPr sz="1100"/>
          </a:p>
        </p:txBody>
      </p:sp>
      <p:sp>
        <p:nvSpPr>
          <p:cNvPr id="72" name="Google Shape;72;p13"/>
          <p:cNvSpPr txBox="1">
            <a:spLocks noGrp="1"/>
          </p:cNvSpPr>
          <p:nvPr>
            <p:ph type="body" idx="3"/>
          </p:nvPr>
        </p:nvSpPr>
        <p:spPr>
          <a:xfrm>
            <a:off x="510680" y="1181870"/>
            <a:ext cx="37575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 i="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04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857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marL="320040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marL="365760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marL="411480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>
            <a:endParaRPr/>
          </a:p>
        </p:txBody>
      </p:sp>
      <p:sp>
        <p:nvSpPr>
          <p:cNvPr id="73" name="Google Shape;73;p13"/>
          <p:cNvSpPr/>
          <p:nvPr/>
        </p:nvSpPr>
        <p:spPr>
          <a:xfrm>
            <a:off x="0" y="626476"/>
            <a:ext cx="252300" cy="419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Title only">
  <p:cSld name="Wide Title 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628650" y="159722"/>
            <a:ext cx="8036400" cy="7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sldNum" idx="12"/>
          </p:nvPr>
        </p:nvSpPr>
        <p:spPr>
          <a:xfrm>
            <a:off x="8319053" y="4800600"/>
            <a:ext cx="346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ftr" idx="11"/>
          </p:nvPr>
        </p:nvSpPr>
        <p:spPr>
          <a:xfrm>
            <a:off x="628650" y="4800338"/>
            <a:ext cx="37077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500" i="1"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cxnSp>
        <p:nvCxnSpPr>
          <p:cNvPr id="78" name="Google Shape;78;p14"/>
          <p:cNvCxnSpPr/>
          <p:nvPr/>
        </p:nvCxnSpPr>
        <p:spPr>
          <a:xfrm>
            <a:off x="628650" y="4800338"/>
            <a:ext cx="8036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9" name="Google Shape;79;p14"/>
          <p:cNvSpPr txBox="1">
            <a:spLocks noGrp="1"/>
          </p:cNvSpPr>
          <p:nvPr>
            <p:ph type="dt" idx="10"/>
          </p:nvPr>
        </p:nvSpPr>
        <p:spPr>
          <a:xfrm>
            <a:off x="4336286" y="4834997"/>
            <a:ext cx="621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descreen" type="obj">
  <p:cSld name="OBJEC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>
            <a:spLocks noGrp="1"/>
          </p:cNvSpPr>
          <p:nvPr>
            <p:ph type="title"/>
          </p:nvPr>
        </p:nvSpPr>
        <p:spPr>
          <a:xfrm>
            <a:off x="628650" y="159722"/>
            <a:ext cx="8036400" cy="7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body" idx="1"/>
          </p:nvPr>
        </p:nvSpPr>
        <p:spPr>
          <a:xfrm>
            <a:off x="628650" y="1165860"/>
            <a:ext cx="8036400" cy="34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2pPr>
            <a:lvl3pPr marL="137160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3pPr>
            <a:lvl4pPr marL="1828800" lvl="3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100"/>
            </a:lvl4pPr>
            <a:lvl5pPr marL="228600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5pPr>
            <a:lvl6pPr marL="2743200" lvl="5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marL="320040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marL="365760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marL="411480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sldNum" idx="12"/>
          </p:nvPr>
        </p:nvSpPr>
        <p:spPr>
          <a:xfrm>
            <a:off x="8319053" y="4800600"/>
            <a:ext cx="346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ftr" idx="11"/>
          </p:nvPr>
        </p:nvSpPr>
        <p:spPr>
          <a:xfrm>
            <a:off x="628650" y="4800338"/>
            <a:ext cx="37077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500" i="1"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cxnSp>
        <p:nvCxnSpPr>
          <p:cNvPr id="85" name="Google Shape;85;p15"/>
          <p:cNvCxnSpPr/>
          <p:nvPr/>
        </p:nvCxnSpPr>
        <p:spPr>
          <a:xfrm>
            <a:off x="628650" y="4800338"/>
            <a:ext cx="8036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6" name="Google Shape;86;p15"/>
          <p:cNvSpPr txBox="1">
            <a:spLocks noGrp="1"/>
          </p:cNvSpPr>
          <p:nvPr>
            <p:ph type="dt" idx="10"/>
          </p:nvPr>
        </p:nvSpPr>
        <p:spPr>
          <a:xfrm>
            <a:off x="4336286" y="4834997"/>
            <a:ext cx="621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transition spd="slow">
    <p:push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ctrTitle"/>
          </p:nvPr>
        </p:nvSpPr>
        <p:spPr>
          <a:xfrm>
            <a:off x="704850" y="1649606"/>
            <a:ext cx="7867649" cy="1397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Oswald"/>
              <a:buNone/>
            </a:pPr>
            <a:r>
              <a:rPr lang="en" sz="2400" dirty="0" smtClean="0"/>
              <a:t>BAH Data Engineering </a:t>
            </a:r>
            <a:r>
              <a:rPr lang="en" sz="2400" dirty="0"/>
              <a:t>Presentation</a:t>
            </a:r>
            <a:endParaRPr sz="2400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Oswald"/>
              <a:buNone/>
            </a:pPr>
            <a:r>
              <a:rPr lang="en" sz="2400" dirty="0"/>
              <a:t>&lt;Insert Team number&gt;</a:t>
            </a:r>
            <a:endParaRPr sz="2400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Oswald"/>
              <a:buNone/>
            </a:pPr>
            <a:r>
              <a:rPr lang="en" sz="2400" dirty="0"/>
              <a:t>&lt;insert Team Name&gt;</a:t>
            </a:r>
            <a:endParaRPr sz="2400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Oswald"/>
              <a:buNone/>
            </a:pPr>
            <a:r>
              <a:rPr lang="en" sz="2400" dirty="0"/>
              <a:t>Members: &lt;insert team members&gt;</a:t>
            </a:r>
            <a:endParaRPr sz="2400" dirty="0"/>
          </a:p>
        </p:txBody>
      </p:sp>
      <p:sp>
        <p:nvSpPr>
          <p:cNvPr id="93" name="Google Shape;93;p16"/>
          <p:cNvSpPr txBox="1">
            <a:spLocks noGrp="1"/>
          </p:cNvSpPr>
          <p:nvPr>
            <p:ph type="body" idx="2"/>
          </p:nvPr>
        </p:nvSpPr>
        <p:spPr>
          <a:xfrm>
            <a:off x="504824" y="4446684"/>
            <a:ext cx="3757613" cy="259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rPr lang="en" sz="1100" i="1" dirty="0" smtClean="0"/>
              <a:t>April 2022</a:t>
            </a:r>
            <a:endParaRPr sz="1100" dirty="0"/>
          </a:p>
        </p:txBody>
      </p:sp>
      <p:pic>
        <p:nvPicPr>
          <p:cNvPr id="94" name="Google Shape;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38075"/>
            <a:ext cx="1300150" cy="18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4725" y="109850"/>
            <a:ext cx="1563800" cy="43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TEAM &lt;insert number&gt;: </a:t>
            </a:r>
            <a:r>
              <a:rPr lang="en" sz="3200" dirty="0" smtClean="0"/>
              <a:t/>
            </a:r>
            <a:br>
              <a:rPr lang="en" sz="3200" dirty="0" smtClean="0"/>
            </a:br>
            <a:r>
              <a:rPr lang="en" sz="3200" dirty="0" smtClean="0"/>
              <a:t>Project </a:t>
            </a:r>
            <a:r>
              <a:rPr lang="en" sz="3200" dirty="0"/>
              <a:t>&lt;description of project&gt;</a:t>
            </a:r>
            <a:endParaRPr sz="3200" dirty="0"/>
          </a:p>
        </p:txBody>
      </p:sp>
      <p:sp>
        <p:nvSpPr>
          <p:cNvPr id="101" name="Google Shape;101;p17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Official Project for the </a:t>
            </a:r>
            <a:r>
              <a:rPr lang="en" dirty="0" smtClean="0"/>
              <a:t>BAH Data Engineering Program</a:t>
            </a:r>
            <a:endParaRPr dirty="0"/>
          </a:p>
        </p:txBody>
      </p:sp>
      <p:sp>
        <p:nvSpPr>
          <p:cNvPr id="102" name="Google Shape;102;p17"/>
          <p:cNvSpPr txBox="1"/>
          <p:nvPr/>
        </p:nvSpPr>
        <p:spPr>
          <a:xfrm>
            <a:off x="5461200" y="4955088"/>
            <a:ext cx="36828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www.webagesolutions.com|1.877.517.6540</a:t>
            </a:r>
            <a:endParaRPr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3" name="Google Shape;10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38075"/>
            <a:ext cx="1300150" cy="18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4725" y="109850"/>
            <a:ext cx="1563800" cy="43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>
            <a:spLocks noGrp="1"/>
          </p:cNvSpPr>
          <p:nvPr>
            <p:ph type="title"/>
          </p:nvPr>
        </p:nvSpPr>
        <p:spPr>
          <a:xfrm>
            <a:off x="628650" y="159722"/>
            <a:ext cx="8036526" cy="735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</a:pPr>
            <a:r>
              <a:rPr lang="en" sz="1800" u="sng">
                <a:solidFill>
                  <a:srgbClr val="FF0000"/>
                </a:solidFill>
              </a:rPr>
              <a:t>INTRODUCTIONS (replace this with your information)</a:t>
            </a:r>
            <a:endParaRPr sz="1800" u="sng">
              <a:solidFill>
                <a:srgbClr val="FF0000"/>
              </a:solidFill>
            </a:endParaRPr>
          </a:p>
        </p:txBody>
      </p:sp>
      <p:sp>
        <p:nvSpPr>
          <p:cNvPr id="110" name="Google Shape;110;p18"/>
          <p:cNvSpPr txBox="1">
            <a:spLocks noGrp="1"/>
          </p:cNvSpPr>
          <p:nvPr>
            <p:ph type="sldNum" idx="12"/>
          </p:nvPr>
        </p:nvSpPr>
        <p:spPr>
          <a:xfrm>
            <a:off x="8319053" y="4800600"/>
            <a:ext cx="34612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3</a:t>
            </a:fld>
            <a:endParaRPr sz="1100"/>
          </a:p>
        </p:txBody>
      </p:sp>
      <p:cxnSp>
        <p:nvCxnSpPr>
          <p:cNvPr id="111" name="Google Shape;111;p18"/>
          <p:cNvCxnSpPr/>
          <p:nvPr/>
        </p:nvCxnSpPr>
        <p:spPr>
          <a:xfrm>
            <a:off x="4572000" y="1118917"/>
            <a:ext cx="0" cy="34290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12" name="Google Shape;11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7977" y="1902587"/>
            <a:ext cx="1334053" cy="1338325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  <p:sp>
        <p:nvSpPr>
          <p:cNvPr id="113" name="Google Shape;113;p18"/>
          <p:cNvSpPr/>
          <p:nvPr/>
        </p:nvSpPr>
        <p:spPr>
          <a:xfrm>
            <a:off x="5012453" y="3634042"/>
            <a:ext cx="1385100" cy="646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rPr>
              <a:t>ZACHARY LEWIS</a:t>
            </a:r>
            <a:r>
              <a:rPr lang="en" sz="1200" b="1" i="0" u="none" strike="noStrike" cap="none">
                <a:solidFill>
                  <a:srgbClr val="00A6B7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" sz="1200" b="1" i="0" u="none" strike="noStrike" cap="none">
                <a:solidFill>
                  <a:srgbClr val="00A6B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Associate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Digital Programs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8"/>
          <p:cNvPicPr preferRelativeResize="0"/>
          <p:nvPr/>
        </p:nvPicPr>
        <p:blipFill rotWithShape="1">
          <a:blip r:embed="rId4">
            <a:alphaModFix/>
          </a:blip>
          <a:srcRect l="9138" r="20766"/>
          <a:stretch/>
        </p:blipFill>
        <p:spPr>
          <a:xfrm rot="5400000">
            <a:off x="7106971" y="1855769"/>
            <a:ext cx="1338323" cy="1431963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  <p:sp>
        <p:nvSpPr>
          <p:cNvPr id="115" name="Google Shape;115;p18"/>
          <p:cNvSpPr/>
          <p:nvPr/>
        </p:nvSpPr>
        <p:spPr>
          <a:xfrm>
            <a:off x="6706282" y="3634042"/>
            <a:ext cx="2139701" cy="646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rPr>
              <a:t>SCOTT CORMACK</a:t>
            </a:r>
            <a:r>
              <a:rPr lang="en" sz="1200" b="1" i="0" u="none" strike="noStrike" cap="none">
                <a:solidFill>
                  <a:srgbClr val="00A6B7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" sz="1200" b="1" i="0" u="none" strike="noStrike" cap="none">
                <a:solidFill>
                  <a:srgbClr val="00A6B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Senior Consultant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Digital Programs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18"/>
          <p:cNvCxnSpPr/>
          <p:nvPr/>
        </p:nvCxnSpPr>
        <p:spPr>
          <a:xfrm>
            <a:off x="6807543" y="1118917"/>
            <a:ext cx="0" cy="34290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18"/>
          <p:cNvSpPr/>
          <p:nvPr/>
        </p:nvSpPr>
        <p:spPr>
          <a:xfrm>
            <a:off x="2785639" y="3634042"/>
            <a:ext cx="1448481" cy="646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rPr>
              <a:t>JAMIE HILL</a:t>
            </a:r>
            <a:r>
              <a:rPr lang="en" sz="1200" b="1" i="0" u="none" strike="noStrike" cap="none">
                <a:solidFill>
                  <a:srgbClr val="00A6B7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" sz="1200" b="1" i="0" u="none" strike="noStrike" cap="none">
                <a:solidFill>
                  <a:srgbClr val="00A6B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Lead Associate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Program Manager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57751" y="1875470"/>
            <a:ext cx="1365441" cy="1365441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  <p:cxnSp>
        <p:nvCxnSpPr>
          <p:cNvPr id="119" name="Google Shape;119;p18"/>
          <p:cNvCxnSpPr/>
          <p:nvPr/>
        </p:nvCxnSpPr>
        <p:spPr>
          <a:xfrm>
            <a:off x="2447760" y="1118917"/>
            <a:ext cx="0" cy="34290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0" name="Google Shape;120;p18"/>
          <p:cNvSpPr/>
          <p:nvPr/>
        </p:nvSpPr>
        <p:spPr>
          <a:xfrm>
            <a:off x="551756" y="3634042"/>
            <a:ext cx="1691009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rPr>
              <a:t>MICHAEL FORRESTER</a:t>
            </a:r>
            <a:r>
              <a:rPr lang="en" sz="1200" b="1" i="0" u="none" strike="noStrike" cap="none">
                <a:solidFill>
                  <a:srgbClr val="00A6B7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" sz="1200" b="1" i="0" u="none" strike="noStrike" cap="none">
                <a:solidFill>
                  <a:srgbClr val="00A6B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Senior Technical Trainer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Web Age Solutions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0572" y="1889025"/>
            <a:ext cx="1093378" cy="13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4914275"/>
            <a:ext cx="1300150" cy="18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14725" y="186050"/>
            <a:ext cx="1563800" cy="43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</a:t>
            </a:r>
            <a:endParaRPr/>
          </a:p>
        </p:txBody>
      </p:sp>
      <p:sp>
        <p:nvSpPr>
          <p:cNvPr id="129" name="Google Shape;129;p1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Serverless website with authentication and database backend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9"/>
          <p:cNvSpPr txBox="1">
            <a:spLocks noGrp="1"/>
          </p:cNvSpPr>
          <p:nvPr>
            <p:ph type="body" idx="2"/>
          </p:nvPr>
        </p:nvSpPr>
        <p:spPr>
          <a:xfrm>
            <a:off x="4976725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 u="sng"/>
              <a:t>Introductions</a:t>
            </a:r>
            <a:endParaRPr sz="1400" u="sng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 u="sng"/>
              <a:t>Project Overview</a:t>
            </a:r>
            <a:endParaRPr sz="1400" u="sng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 u="sng"/>
              <a:t>Architecture/Design diagram</a:t>
            </a:r>
            <a:endParaRPr sz="1400" u="sng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 u="sng"/>
              <a:t>Tools/Software Environment used</a:t>
            </a:r>
            <a:endParaRPr sz="1400" u="sng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 u="sng"/>
              <a:t>Challenges/Issues/Problems/Your stories</a:t>
            </a:r>
            <a:endParaRPr sz="1400" u="sng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 u="sng"/>
              <a:t>What have you learned/learned?</a:t>
            </a:r>
            <a:endParaRPr sz="1400" u="sng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 u="sng"/>
              <a:t>What else can we do on the project? - future plan- any design and implementation ideas?</a:t>
            </a:r>
            <a:endParaRPr sz="1400" u="sng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 u="sng"/>
              <a:t>Demo</a:t>
            </a:r>
            <a:endParaRPr sz="1400" u="sng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 u="sng"/>
              <a:t>Questions and answers </a:t>
            </a:r>
            <a:endParaRPr sz="1400" u="sng"/>
          </a:p>
        </p:txBody>
      </p:sp>
      <p:sp>
        <p:nvSpPr>
          <p:cNvPr id="131" name="Google Shape;131;p19"/>
          <p:cNvSpPr txBox="1"/>
          <p:nvPr/>
        </p:nvSpPr>
        <p:spPr>
          <a:xfrm>
            <a:off x="5461200" y="4955088"/>
            <a:ext cx="36828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www.webagesolutions.com|1.877.517.6540</a:t>
            </a:r>
            <a:endParaRPr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38075"/>
            <a:ext cx="1300150" cy="18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4725" y="109850"/>
            <a:ext cx="1563800" cy="43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/>
        </p:nvSpPr>
        <p:spPr>
          <a:xfrm>
            <a:off x="67624" y="46690"/>
            <a:ext cx="82248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770D"/>
                </a:solidFill>
              </a:rPr>
              <a:t>Architecture and Design</a:t>
            </a:r>
            <a:endParaRPr sz="2800">
              <a:solidFill>
                <a:srgbClr val="FF770D"/>
              </a:solidFill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67625" y="500300"/>
            <a:ext cx="8889300" cy="3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sz="1800" b="1">
              <a:solidFill>
                <a:srgbClr val="333333"/>
              </a:solidFill>
            </a:endParaRPr>
          </a:p>
          <a:p>
            <a:pPr marL="457200" marR="101600" lvl="0" indent="0" algn="l" rtl="0">
              <a:lnSpc>
                <a:spcPct val="115000"/>
              </a:lnSpc>
              <a:spcBef>
                <a:spcPts val="3400"/>
              </a:spcBef>
              <a:spcAft>
                <a:spcPts val="3400"/>
              </a:spcAft>
              <a:buNone/>
            </a:pPr>
            <a:endParaRPr sz="1050">
              <a:solidFill>
                <a:srgbClr val="333333"/>
              </a:solidFill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5461200" y="4955088"/>
            <a:ext cx="36828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2" name="Google Shape;14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38075"/>
            <a:ext cx="1300150" cy="18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4725" y="109850"/>
            <a:ext cx="1563800" cy="43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581475"/>
            <a:ext cx="9144000" cy="398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/>
          <p:nvPr/>
        </p:nvSpPr>
        <p:spPr>
          <a:xfrm>
            <a:off x="67625" y="46700"/>
            <a:ext cx="87621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770D"/>
                </a:solidFill>
              </a:rPr>
              <a:t>Technologies and Environment used</a:t>
            </a:r>
            <a:endParaRPr sz="2800">
              <a:solidFill>
                <a:srgbClr val="FF770D"/>
              </a:solidFill>
            </a:endParaRPr>
          </a:p>
        </p:txBody>
      </p:sp>
      <p:sp>
        <p:nvSpPr>
          <p:cNvPr id="151" name="Google Shape;151;p21"/>
          <p:cNvSpPr txBox="1"/>
          <p:nvPr/>
        </p:nvSpPr>
        <p:spPr>
          <a:xfrm>
            <a:off x="67625" y="500300"/>
            <a:ext cx="8889300" cy="3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AWS CodeCommit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AWS Amplify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Amazon Cognito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Amazon API Gateway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AWS Lambda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Amazon DynamoDB</a:t>
            </a:r>
            <a:endParaRPr sz="1100"/>
          </a:p>
          <a:p>
            <a:pPr marL="457200" marR="101600" lvl="0" indent="0" algn="l" rtl="0">
              <a:lnSpc>
                <a:spcPct val="115000"/>
              </a:lnSpc>
              <a:spcBef>
                <a:spcPts val="3400"/>
              </a:spcBef>
              <a:spcAft>
                <a:spcPts val="3400"/>
              </a:spcAft>
              <a:buNone/>
            </a:pPr>
            <a:endParaRPr sz="1050">
              <a:solidFill>
                <a:srgbClr val="333333"/>
              </a:solidFill>
            </a:endParaRPr>
          </a:p>
        </p:txBody>
      </p:sp>
      <p:sp>
        <p:nvSpPr>
          <p:cNvPr id="152" name="Google Shape;152;p21"/>
          <p:cNvSpPr txBox="1"/>
          <p:nvPr/>
        </p:nvSpPr>
        <p:spPr>
          <a:xfrm>
            <a:off x="5461200" y="4955088"/>
            <a:ext cx="36828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3" name="Google Shape;15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38075"/>
            <a:ext cx="1300150" cy="18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4725" y="109850"/>
            <a:ext cx="1563800" cy="43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/>
        </p:nvSpPr>
        <p:spPr>
          <a:xfrm>
            <a:off x="67624" y="46690"/>
            <a:ext cx="82248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770D"/>
                </a:solidFill>
              </a:rPr>
              <a:t>Challenges and Issues</a:t>
            </a:r>
            <a:endParaRPr sz="2800">
              <a:solidFill>
                <a:srgbClr val="FF770D"/>
              </a:solidFill>
            </a:endParaRPr>
          </a:p>
        </p:txBody>
      </p:sp>
      <p:sp>
        <p:nvSpPr>
          <p:cNvPr id="161" name="Google Shape;161;p22"/>
          <p:cNvSpPr txBox="1"/>
          <p:nvPr/>
        </p:nvSpPr>
        <p:spPr>
          <a:xfrm>
            <a:off x="67625" y="500300"/>
            <a:ext cx="8889300" cy="3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Stories about your Project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Issues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Challenges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Learning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etc.</a:t>
            </a:r>
            <a:endParaRPr sz="1100"/>
          </a:p>
          <a:p>
            <a:pPr marL="457200" marR="101600" lvl="0" indent="0" algn="l" rtl="0">
              <a:lnSpc>
                <a:spcPct val="115000"/>
              </a:lnSpc>
              <a:spcBef>
                <a:spcPts val="3400"/>
              </a:spcBef>
              <a:spcAft>
                <a:spcPts val="3400"/>
              </a:spcAft>
              <a:buNone/>
            </a:pPr>
            <a:endParaRPr sz="1050">
              <a:solidFill>
                <a:srgbClr val="333333"/>
              </a:solidFill>
            </a:endParaRPr>
          </a:p>
        </p:txBody>
      </p:sp>
      <p:sp>
        <p:nvSpPr>
          <p:cNvPr id="162" name="Google Shape;162;p22"/>
          <p:cNvSpPr txBox="1"/>
          <p:nvPr/>
        </p:nvSpPr>
        <p:spPr>
          <a:xfrm>
            <a:off x="5461200" y="4955088"/>
            <a:ext cx="36828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38075"/>
            <a:ext cx="1300150" cy="18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4725" y="109850"/>
            <a:ext cx="1563800" cy="43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/>
          <p:nvPr/>
        </p:nvSpPr>
        <p:spPr>
          <a:xfrm>
            <a:off x="67624" y="46690"/>
            <a:ext cx="82248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770D"/>
                </a:solidFill>
              </a:rPr>
              <a:t>Demo</a:t>
            </a:r>
            <a:endParaRPr sz="2800">
              <a:solidFill>
                <a:srgbClr val="FF770D"/>
              </a:solidFill>
            </a:endParaRPr>
          </a:p>
        </p:txBody>
      </p:sp>
      <p:sp>
        <p:nvSpPr>
          <p:cNvPr id="171" name="Google Shape;171;p23"/>
          <p:cNvSpPr txBox="1"/>
          <p:nvPr/>
        </p:nvSpPr>
        <p:spPr>
          <a:xfrm>
            <a:off x="67625" y="500300"/>
            <a:ext cx="8889300" cy="3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  <a:p>
            <a:pPr marL="457200" marR="101600" lvl="0" indent="0" algn="l" rtl="0">
              <a:lnSpc>
                <a:spcPct val="115000"/>
              </a:lnSpc>
              <a:spcBef>
                <a:spcPts val="3400"/>
              </a:spcBef>
              <a:spcAft>
                <a:spcPts val="3400"/>
              </a:spcAft>
              <a:buNone/>
            </a:pPr>
            <a:endParaRPr sz="1050">
              <a:solidFill>
                <a:srgbClr val="333333"/>
              </a:solidFill>
            </a:endParaRPr>
          </a:p>
        </p:txBody>
      </p:sp>
      <p:sp>
        <p:nvSpPr>
          <p:cNvPr id="172" name="Google Shape;172;p23"/>
          <p:cNvSpPr txBox="1"/>
          <p:nvPr/>
        </p:nvSpPr>
        <p:spPr>
          <a:xfrm>
            <a:off x="5461200" y="4955088"/>
            <a:ext cx="36828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3" name="Google Shape;17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38075"/>
            <a:ext cx="1300150" cy="18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4725" y="109850"/>
            <a:ext cx="1563800" cy="43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 txBox="1"/>
          <p:nvPr/>
        </p:nvSpPr>
        <p:spPr>
          <a:xfrm>
            <a:off x="67624" y="46690"/>
            <a:ext cx="82248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770D"/>
                </a:solidFill>
              </a:rPr>
              <a:t>Q &amp; A - Ask us anything</a:t>
            </a:r>
            <a:endParaRPr sz="2800">
              <a:solidFill>
                <a:srgbClr val="FF770D"/>
              </a:solidFill>
            </a:endParaRPr>
          </a:p>
        </p:txBody>
      </p:sp>
      <p:sp>
        <p:nvSpPr>
          <p:cNvPr id="181" name="Google Shape;181;p24"/>
          <p:cNvSpPr txBox="1"/>
          <p:nvPr/>
        </p:nvSpPr>
        <p:spPr>
          <a:xfrm>
            <a:off x="67625" y="500300"/>
            <a:ext cx="8889300" cy="3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  <a:p>
            <a:pPr marL="457200" marR="101600" lvl="0" indent="0" algn="l" rtl="0">
              <a:lnSpc>
                <a:spcPct val="115000"/>
              </a:lnSpc>
              <a:spcBef>
                <a:spcPts val="3400"/>
              </a:spcBef>
              <a:spcAft>
                <a:spcPts val="3400"/>
              </a:spcAft>
              <a:buNone/>
            </a:pPr>
            <a:endParaRPr sz="1050">
              <a:solidFill>
                <a:srgbClr val="333333"/>
              </a:solidFill>
            </a:endParaRPr>
          </a:p>
        </p:txBody>
      </p:sp>
      <p:sp>
        <p:nvSpPr>
          <p:cNvPr id="182" name="Google Shape;182;p24"/>
          <p:cNvSpPr txBox="1"/>
          <p:nvPr/>
        </p:nvSpPr>
        <p:spPr>
          <a:xfrm>
            <a:off x="5461200" y="4955088"/>
            <a:ext cx="36828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3" name="Google Shape;18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38075"/>
            <a:ext cx="1300150" cy="18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4725" y="109850"/>
            <a:ext cx="1563800" cy="43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 txBox="1">
            <a:spLocks noGrp="1"/>
          </p:cNvSpPr>
          <p:nvPr>
            <p:ph type="ctrTitle"/>
          </p:nvPr>
        </p:nvSpPr>
        <p:spPr>
          <a:xfrm>
            <a:off x="704850" y="1649606"/>
            <a:ext cx="78675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Oswald"/>
              <a:buNone/>
            </a:pPr>
            <a:r>
              <a:rPr lang="en" sz="3600"/>
              <a:t>Thank you!!!</a:t>
            </a:r>
            <a:endParaRPr sz="3600"/>
          </a:p>
        </p:txBody>
      </p:sp>
      <p:sp>
        <p:nvSpPr>
          <p:cNvPr id="191" name="Google Shape;191;p25"/>
          <p:cNvSpPr txBox="1">
            <a:spLocks noGrp="1"/>
          </p:cNvSpPr>
          <p:nvPr>
            <p:ph type="body" idx="2"/>
          </p:nvPr>
        </p:nvSpPr>
        <p:spPr>
          <a:xfrm>
            <a:off x="504824" y="4446684"/>
            <a:ext cx="37575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rPr lang="en" sz="1100" i="1"/>
              <a:t>MARCH 2021</a:t>
            </a:r>
            <a:endParaRPr sz="1100"/>
          </a:p>
        </p:txBody>
      </p:sp>
      <p:pic>
        <p:nvPicPr>
          <p:cNvPr id="192" name="Google Shape;19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38075"/>
            <a:ext cx="1300150" cy="18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4725" y="109850"/>
            <a:ext cx="1563800" cy="43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</Words>
  <Application>Microsoft Office PowerPoint</Application>
  <PresentationFormat>On-screen Show (16:9)</PresentationFormat>
  <Paragraphs>58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Georgia</vt:lpstr>
      <vt:lpstr>Open Sans</vt:lpstr>
      <vt:lpstr>Oswald</vt:lpstr>
      <vt:lpstr>PT Sans Narrow</vt:lpstr>
      <vt:lpstr>Roboto</vt:lpstr>
      <vt:lpstr>Tropic</vt:lpstr>
      <vt:lpstr>BAH Data Engineering Presentation &lt;Insert Team number&gt; &lt;insert Team Name&gt; Members: &lt;insert team members&gt;</vt:lpstr>
      <vt:lpstr>   TEAM &lt;insert number&gt;:  Project &lt;description of project&gt;</vt:lpstr>
      <vt:lpstr>INTRODUCTIONS (replace this with your information)</vt:lpstr>
      <vt:lpstr>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you!!!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BAH Data Engineering Presentation &lt;Insert Team number&gt; &lt;insert Team Name&gt; Members: &lt;insert team members&gt;</dc:title>
  <dc:creator>Kevin Clements</dc:creator>
  <cp:lastModifiedBy>Kevin Clements</cp:lastModifiedBy>
  <cp:revision>1</cp:revision>
  <dcterms:modified xsi:type="dcterms:W3CDTF">2022-04-06T12:37:49Z</dcterms:modified>
</cp:coreProperties>
</file>